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speaker notes for the table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 for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r>
              <a:t>Second bullet point</a:t>
            </a:r>
          </a:p>
          <a:p>
            <a:r>
              <a:t>Third bullet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Table Slide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Widget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Widget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50.00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subject>Testing</dc:subject>
  <dc:creator>Test Author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